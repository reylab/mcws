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3"/>
  </p:normalViewPr>
  <p:slideViewPr>
    <p:cSldViewPr snapToGrid="0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F3A8-5211-2E8B-41F7-4A0810063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867F3-B43A-F57C-27C2-39C074E14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DB182-88F7-83C8-5B56-8BAA2801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58FF2-5528-40FD-FBC1-DF9F8660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0507D-7236-A1E8-4839-CBDE7AA9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4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AA19-09DD-4E99-4D41-2C790599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C2213-8CA0-1065-812B-80DEAE437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91C9A-87A7-858A-047F-E7715374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74833-AE03-F99A-7C47-CD42D44A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3B6E2-47A1-0C63-207B-1166305C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6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58DE-30ED-C54B-38AD-E271D8C80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EFE5F-DAF4-9C59-3E3F-9C8F76907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25B55-7FA2-B73E-8CB2-770588EF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DDBD1-6D8D-0B4A-D44D-FE5C2C4A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6C807-F301-6643-2189-FA21C1F0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29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D32C-CD46-424A-8618-D1332A94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C96CB-14FF-96F6-AF03-D69FA037C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DABAA-51C3-ED0A-5373-C531BFE75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840C0-BCCB-8523-4A62-4507F79F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E5809-46AD-2B73-216F-5A0212B06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82843-9DDE-FA30-177D-71DDE80B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0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B502-ECC3-9FD3-F5E0-F9362661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7D0BD-BC19-0717-00B8-01A416F4D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FD330-632A-A7C7-B698-841CB4111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797F-D227-F3E5-3375-A8BFF63C1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2ABA5-9EFF-4AF9-6559-1636371A6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E0A63F-C1B3-ED2E-34B4-22700601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0600F-AA77-C6EA-1BF0-7D49A469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3E7417-18E6-3EEC-0B03-AABBDF20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0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1B75E-F532-16BF-FE48-C0A4C57C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8C0046-FA96-E313-A124-CF1FE293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B1680-649C-468D-95B4-8B207E39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32806-BB2F-AAFE-4B83-933AA014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8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FFA9B-DEE2-C20B-EA5E-33719213E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50B68-23C4-F92E-D5F3-50345776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9E198-8381-C0AA-F64E-E63D71A6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56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D533-5254-EF14-7CF0-00538405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D16A2-3DEF-FF50-8D5A-07E01DB21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8F659-1C7A-86A4-23A7-6161EECC1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12D0E-2630-AAAE-D339-A8639DCD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D7635-326E-31B1-B191-4AC989AA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781A7-1F7E-C6ED-A558-8195139B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34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C54A-9915-2BB2-1752-C1A47D1EA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54E542-C212-C086-2EAA-64C81E5EC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D080B-9BB4-E38A-6A72-CA353ACE0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F3A90-F73C-E494-1144-AED328D3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9F5C1-BBE8-72CA-30E7-D9781938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286B7-005C-D6EA-AAB5-CF8DF1D6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1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1EC92-E5CD-DD81-ADCC-DB18B8E5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46449-1FD1-1B8B-6251-846F18629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96515-3C12-2F82-89C7-857A6D4A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9A52F-9CB9-BF31-850F-C3A3E900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E9F8-E15B-B81B-8DC5-4F1E2249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5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0B24A-E921-B3E0-9D12-F218CCBAA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B0560-E332-9ABF-FA9B-574F85684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D537-C666-49C1-9540-06862637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8FA99-0E88-08AA-0547-8C4BFAD0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3A128-0F8B-BD8C-B2CC-E5DD0802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1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57465-FDB3-FCBD-32ED-2D696413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F61C4-E8F7-61F3-E5C4-66FABF111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5B9A8-9F56-E835-C2FE-D68BB70D1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7DBF-921B-6C4D-B68D-AAB1217304C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15D7E-9B41-A8C7-6539-81BDFDDBE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B735A-B9E3-F593-4B10-992A34CD1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EF24A-2B90-864E-A57A-8078BD1FE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4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94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5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4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@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73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89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@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35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14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@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015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7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5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8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80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@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18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89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73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@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23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72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29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14729-B997-3191-7207-0D8AC2BC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8B78E-A845-7B44-AD36-BC21AA51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4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20</Words>
  <Application>Microsoft Macintosh PowerPoint</Application>
  <PresentationFormat>Widescreen</PresentationFormat>
  <Paragraphs>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#</vt:lpstr>
      <vt:lpstr>%</vt:lpstr>
      <vt:lpstr>?</vt:lpstr>
      <vt:lpstr>@</vt:lpstr>
      <vt:lpstr>%</vt:lpstr>
      <vt:lpstr>#</vt:lpstr>
      <vt:lpstr>@</vt:lpstr>
      <vt:lpstr>?</vt:lpstr>
      <vt:lpstr>@</vt:lpstr>
      <vt:lpstr>?</vt:lpstr>
      <vt:lpstr>#</vt:lpstr>
      <vt:lpstr>%</vt:lpstr>
      <vt:lpstr>#</vt:lpstr>
      <vt:lpstr>@</vt:lpstr>
      <vt:lpstr>%</vt:lpstr>
      <vt:lpstr>?</vt:lpstr>
      <vt:lpstr>@</vt:lpstr>
      <vt:lpstr>#</vt:lpstr>
      <vt:lpstr>?</vt:lpstr>
      <vt:lpstr>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</dc:title>
  <dc:creator>Jenna H Green</dc:creator>
  <cp:lastModifiedBy>Jenna H Green</cp:lastModifiedBy>
  <cp:revision>2</cp:revision>
  <dcterms:created xsi:type="dcterms:W3CDTF">2024-11-19T13:38:07Z</dcterms:created>
  <dcterms:modified xsi:type="dcterms:W3CDTF">2024-11-20T21:59:52Z</dcterms:modified>
</cp:coreProperties>
</file>